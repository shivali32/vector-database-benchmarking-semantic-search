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74222-47F3-234B-D4EC-F2F1EB018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CAD37D-E94E-4A24-6A65-AAD71964F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366219-E71D-7B68-2492-7CEF92128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8AA1-B4F3-443E-A869-33FFA6D6D37D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117AB-375A-3260-83E1-6F1399451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34472-2319-C108-67A3-35D52F4D6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44DB39-D97F-4225-992C-EA95890A0C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6169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8CF80-01DB-9815-3CD0-E34315989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B290C-C3E1-8CC9-D19A-9ABEAEEFB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9981EE-DDD8-D622-488B-D55D17E40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8AA1-B4F3-443E-A869-33FFA6D6D37D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68595-5A1C-CBFC-73A3-44FD6FC54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9A71C6-3BB9-D905-2379-011C918EE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44DB39-D97F-4225-992C-EA95890A0C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0143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5E8F4-FF9D-41A9-4C4D-E53AE1E5A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4A5E0D-7826-C207-8643-61CC22F03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5463EA-4831-B6A6-EE68-E327F550B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8AA1-B4F3-443E-A869-33FFA6D6D37D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29207-909F-CFF7-0D9D-3C8ECF3C9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79704-21AA-31EE-518C-E7FAAD29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44DB39-D97F-4225-992C-EA95890A0C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0779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0F970-CB93-073F-75E5-AF56B3024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DB8F2-F17E-B86E-58C4-A0A93B92B3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7F4651-1751-6E3A-ACE5-BA8EE0F5D8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82FCBA-1CEB-D407-668C-A14107073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8AA1-B4F3-443E-A869-33FFA6D6D37D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492C04-ADCF-5C22-E797-B09A71D8A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EDCA98-8402-D02A-6BCA-F4884722B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44DB39-D97F-4225-992C-EA95890A0C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3512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3E477-9901-D3B5-5843-F6D513495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EB4D25-A91C-DC09-7E08-2A1DC0A52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3A7104-7177-A613-1C23-1C525764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B9109F-6C5E-821B-9240-16893486F4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3C4B2A-5DF4-A756-4318-1B5C69EC8C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C7B77A-71F0-B418-7BE8-C37798034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8AA1-B4F3-443E-A869-33FFA6D6D37D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2E81BA-BF54-0B60-FC79-CE9DF5174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196664-66AE-3AE1-AF7F-3891EBB7D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44DB39-D97F-4225-992C-EA95890A0C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5913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1153E-90BD-D518-1758-05B952998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A314C4-EAC5-487C-DDF7-5B8195089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8AA1-B4F3-443E-A869-33FFA6D6D37D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2ADFA8-E0C3-BFF3-B3DE-B787C1448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8225DC-3E2C-2E96-3A21-73559B32D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44DB39-D97F-4225-992C-EA95890A0C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05271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5A6B5B-FFCF-FECD-F897-1F09ED782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8AA1-B4F3-443E-A869-33FFA6D6D37D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8F4F6B-7C94-560A-D83B-8B43173DD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81615-561C-950D-0FF3-B3A19D8C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44DB39-D97F-4225-992C-EA95890A0C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6298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4000B-4B2F-3C2A-8799-2F472D082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9298F-6995-DB52-544A-53C4EBF2DC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4C5601-9F66-4DFE-A06D-FBFC05470B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C58191-8EEE-0107-C11B-B6B269816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8AA1-B4F3-443E-A869-33FFA6D6D37D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43D184-05E7-6602-C996-1DFD9EF6E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4B9F5B-2E0E-C4C1-5213-60300D0C9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44DB39-D97F-4225-992C-EA95890A0C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5085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47913-F0A8-8BFF-A7B0-9B6AAEBA0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7C639F-4A73-ED62-BD7D-EFE24963D5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4CA23C-11E6-4894-57E3-194D25835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2F81D6-5EC2-8646-B7E2-81B2601E8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8AA1-B4F3-443E-A869-33FFA6D6D37D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5681B3-AEB7-4EC2-D093-B9ED295C7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0B8222-3BD2-5D5B-AE54-2E9DB83E4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44DB39-D97F-4225-992C-EA95890A0C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6940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DC987-80E6-C208-E5EF-94B09BAD6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761670-26CE-E17E-09B6-30C45E10FA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24204-F857-A949-C3F0-9742F24C5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8AA1-B4F3-443E-A869-33FFA6D6D37D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7489B-6080-DD75-D0A3-4A478E17C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D2EA1-630B-C7C9-99EF-B0275B0D1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44DB39-D97F-4225-992C-EA95890A0C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342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CF8755-5FAD-9C0D-C9F6-A9C9A235E3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C45597-EE81-36FB-6606-B2A065A98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E25548-E0AD-6EF3-E78A-D49537921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8AA1-B4F3-443E-A869-33FFA6D6D37D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510A1-43C2-7E80-0029-5E2142EC1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76654-5C22-DAFB-5A55-EE838D569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44DB39-D97F-4225-992C-EA95890A0C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868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2762F9-95A3-1431-96F0-BBAB67D00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506FEB-8D9B-3EEF-6DEB-BC3675CB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B3FC4C-290D-3035-D1CC-E56D9F471B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618AA1-B4F3-443E-A869-33FFA6D6D37D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DB107F-B8DB-6EA7-417A-7231403D50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FF206A-6816-8CF0-C02E-E29A1EE2B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44DB39-D97F-4225-992C-EA95890A0C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3524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E5E05E-6C68-4536-3AA3-D2413B9374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E3B0726-2668-75F8-A6B6-533603D84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012302"/>
              </p:ext>
            </p:extLst>
          </p:nvPr>
        </p:nvGraphicFramePr>
        <p:xfrm>
          <a:off x="4992624" y="872066"/>
          <a:ext cx="5431536" cy="20764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4096">
                  <a:extLst>
                    <a:ext uri="{9D8B030D-6E8A-4147-A177-3AD203B41FA5}">
                      <a16:colId xmlns:a16="http://schemas.microsoft.com/office/drawing/2014/main" val="61518367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560336928"/>
                    </a:ext>
                  </a:extLst>
                </a:gridCol>
              </a:tblGrid>
              <a:tr h="459119">
                <a:tc>
                  <a:txBody>
                    <a:bodyPr/>
                    <a:lstStyle/>
                    <a:p>
                      <a:r>
                        <a:rPr lang="en-US" dirty="0"/>
                        <a:t>HNSW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DiskANN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2382479"/>
                  </a:ext>
                </a:extLst>
              </a:tr>
              <a:tr h="459119">
                <a:tc>
                  <a:txBody>
                    <a:bodyPr/>
                    <a:lstStyle/>
                    <a:p>
                      <a:r>
                        <a:rPr lang="en-US" sz="1400" dirty="0"/>
                        <a:t>HNSW is not a full database by itself, but a vector indexing algorithm used inside many vector databases to perform fast approximate nearest neighbor search.</a:t>
                      </a:r>
                      <a:endParaRPr lang="en-IN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DiskANN</a:t>
                      </a:r>
                      <a:r>
                        <a:rPr lang="en-US" sz="1400" dirty="0"/>
                        <a:t> is an ANN indexing algorithm designed for large-scale vector search, especially when the dataset is too large</a:t>
                      </a:r>
                      <a:endParaRPr lang="en-IN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6570901"/>
                  </a:ext>
                </a:extLst>
              </a:tr>
              <a:tr h="459119">
                <a:tc>
                  <a:txBody>
                    <a:bodyPr/>
                    <a:lstStyle/>
                    <a:p>
                      <a:r>
                        <a:rPr lang="en-US" sz="1400" dirty="0"/>
                        <a:t>Chroma, </a:t>
                      </a:r>
                      <a:r>
                        <a:rPr lang="en-US" sz="1400" dirty="0" err="1"/>
                        <a:t>Qdrant</a:t>
                      </a:r>
                      <a:r>
                        <a:rPr lang="en-US" sz="1400" dirty="0"/>
                        <a:t>, Milvus, Pinecone</a:t>
                      </a:r>
                      <a:endParaRPr lang="en-IN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Milvus, FAISS</a:t>
                      </a:r>
                      <a:endParaRPr lang="en-IN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61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D28870F-7184-DC64-8A02-66321EA9937D}"/>
              </a:ext>
            </a:extLst>
          </p:cNvPr>
          <p:cNvSpPr txBox="1"/>
          <p:nvPr/>
        </p:nvSpPr>
        <p:spPr>
          <a:xfrm>
            <a:off x="4526280" y="4197096"/>
            <a:ext cx="6858000" cy="230832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N" sz="1600" dirty="0"/>
              <a:t>When using HNSW in vector databases like </a:t>
            </a:r>
            <a:r>
              <a:rPr lang="en-IN" sz="1600" dirty="0" err="1"/>
              <a:t>Qdrant</a:t>
            </a:r>
            <a:r>
              <a:rPr lang="en-IN" sz="1600" dirty="0"/>
              <a:t>, Milvus, or Pinecone, you usually tune:	</a:t>
            </a:r>
            <a:br>
              <a:rPr lang="en-IN" sz="1600" dirty="0"/>
            </a:br>
            <a:r>
              <a:rPr lang="en-IN" sz="1600" dirty="0"/>
              <a:t>• </a:t>
            </a:r>
            <a:r>
              <a:rPr lang="en-IN" sz="1600" b="1" dirty="0"/>
              <a:t>M → Number of connections per node</a:t>
            </a:r>
            <a:br>
              <a:rPr lang="en-IN" sz="1600" b="1" dirty="0"/>
            </a:br>
            <a:r>
              <a:rPr lang="en-IN" sz="1600" dirty="0"/>
              <a:t>Higher M = better recall but more memory usage	</a:t>
            </a:r>
            <a:br>
              <a:rPr lang="en-IN" sz="1600" dirty="0"/>
            </a:br>
            <a:r>
              <a:rPr lang="en-IN" sz="1600" dirty="0"/>
              <a:t>• </a:t>
            </a:r>
            <a:r>
              <a:rPr lang="en-IN" sz="1600" b="1" dirty="0" err="1"/>
              <a:t>ef_construction</a:t>
            </a:r>
            <a:r>
              <a:rPr lang="en-IN" sz="1600" b="1" dirty="0"/>
              <a:t> → Controls index build quality</a:t>
            </a:r>
            <a:br>
              <a:rPr lang="en-IN" sz="1600" b="1" dirty="0"/>
            </a:br>
            <a:r>
              <a:rPr lang="en-IN" sz="1600" dirty="0"/>
              <a:t>Higher value = better accuracy, slower indexing	</a:t>
            </a:r>
            <a:br>
              <a:rPr lang="en-IN" sz="1600" dirty="0"/>
            </a:br>
            <a:r>
              <a:rPr lang="en-IN" sz="1600" dirty="0"/>
              <a:t>• </a:t>
            </a:r>
            <a:r>
              <a:rPr lang="en-IN" sz="1600" b="1" dirty="0" err="1"/>
              <a:t>ef_search</a:t>
            </a:r>
            <a:r>
              <a:rPr lang="en-IN" sz="1600" b="1" dirty="0"/>
              <a:t> → Controls search accuracy</a:t>
            </a:r>
            <a:br>
              <a:rPr lang="en-IN" sz="1600" b="1" dirty="0"/>
            </a:br>
            <a:r>
              <a:rPr lang="en-IN" sz="1600" dirty="0"/>
              <a:t>Higher value = better recall, slightly slower queries</a:t>
            </a:r>
            <a:br>
              <a:rPr lang="en-IN" sz="1600" dirty="0"/>
            </a:br>
            <a:r>
              <a:rPr lang="en-IN" sz="1600" dirty="0"/>
              <a:t>These parameters allow you to balance speed, memory, and accuracy.</a:t>
            </a:r>
          </a:p>
        </p:txBody>
      </p:sp>
    </p:spTree>
    <p:extLst>
      <p:ext uri="{BB962C8B-B14F-4D97-AF65-F5344CB8AC3E}">
        <p14:creationId xmlns:p14="http://schemas.microsoft.com/office/powerpoint/2010/main" val="22734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DD4A7-077A-29C2-0FFA-80CE63018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1E639A-9A14-7955-DBCC-71834C6B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65"/>
          <a:stretch>
            <a:fillRect/>
          </a:stretch>
        </p:blipFill>
        <p:spPr>
          <a:xfrm>
            <a:off x="1224643" y="321128"/>
            <a:ext cx="9742714" cy="621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137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150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 H I V A L I</dc:creator>
  <cp:lastModifiedBy>S H I V A L I</cp:lastModifiedBy>
  <cp:revision>5</cp:revision>
  <dcterms:created xsi:type="dcterms:W3CDTF">2026-02-11T20:32:26Z</dcterms:created>
  <dcterms:modified xsi:type="dcterms:W3CDTF">2026-02-11T21:13:40Z</dcterms:modified>
</cp:coreProperties>
</file>